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9" d="100"/>
          <a:sy n="79" d="100"/>
        </p:scale>
        <p:origin x="850" y="72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03531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9399297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3603538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3069545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6073145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9811533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443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3046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0497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DD768E-32AC-CA3D-EC2C-AC18B928D38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206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08674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9177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175EB9-4944-48EE-C671-F6641A5296D8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716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8398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16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0EF619-0125-FC97-5069-6565E0CBCB39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3785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9328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732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0F60CF-316A-CC55-6A34-A161BE8E4C58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5311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8153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10385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F280C2-4E92-8DA2-8DBF-A3343A2D1767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718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03724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463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265E6-80AA-A4F2-7CAA-1A9E56A7C96F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0903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1749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6831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41A3F0-341B-BB26-0513-45DEA1D98E97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4844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3871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00157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6F6DEC-8E75-B7DB-B86B-0426D729EEDB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033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9841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490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3D3B4D-5E58-0634-4BED-5F6A051F38E5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1115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5299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1488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4B12A6-521A-B826-18F0-757B758D7060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338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2995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4121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B271D0-9A9C-0549-00DC-9AA85342E73D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1807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8213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576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73ADF-46C5-9C4D-3622-C43A4BF703A2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6411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3180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378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DCA096-E344-F2B8-6F2E-24BFD0FA8D8F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325920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6122239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7860108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F641DC-AE99-47A3-9EBC-FB6E24894173}" type="datetimeFigureOut">
              <a:rPr lang="en-US"/>
              <a:t>7/29/2025</a:t>
            </a:fld>
            <a:endParaRPr lang="en-US"/>
          </a:p>
        </p:txBody>
      </p:sp>
      <p:sp>
        <p:nvSpPr>
          <p:cNvPr id="2843097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05759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F69330-99BE-4BA5-AAE0-B4603464604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4502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5571721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97676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F641DC-AE99-47A3-9EBC-FB6E24894173}" type="datetimeFigureOut">
              <a:rPr lang="en-US"/>
              <a:t>7/29/2025</a:t>
            </a:fld>
            <a:endParaRPr lang="en-US"/>
          </a:p>
        </p:txBody>
      </p:sp>
      <p:sp>
        <p:nvSpPr>
          <p:cNvPr id="17193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502220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F69330-99BE-4BA5-AAE0-B4603464604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5931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9445910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894817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F641DC-AE99-47A3-9EBC-FB6E24894173}" type="datetimeFigureOut">
              <a:rPr lang="en-US"/>
              <a:t>7/29/2025</a:t>
            </a:fld>
            <a:endParaRPr lang="en-US"/>
          </a:p>
        </p:txBody>
      </p:sp>
      <p:sp>
        <p:nvSpPr>
          <p:cNvPr id="8947141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9018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F69330-99BE-4BA5-AAE0-B4603464604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4458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900105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86257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983710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F641DC-AE99-47A3-9EBC-FB6E24894173}" type="datetimeFigureOut">
              <a:rPr lang="en-US"/>
              <a:t>7/29/2025</a:t>
            </a:fld>
            <a:endParaRPr lang="en-US"/>
          </a:p>
        </p:txBody>
      </p:sp>
      <p:sp>
        <p:nvSpPr>
          <p:cNvPr id="15054802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634574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F69330-99BE-4BA5-AAE0-B4603464604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29130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77303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5898570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0455590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142677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5930349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F641DC-AE99-47A3-9EBC-FB6E24894173}" type="datetimeFigureOut">
              <a:rPr lang="en-US"/>
              <a:t>7/29/2025</a:t>
            </a:fld>
            <a:endParaRPr lang="en-US"/>
          </a:p>
        </p:txBody>
      </p:sp>
      <p:sp>
        <p:nvSpPr>
          <p:cNvPr id="84528596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415487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F69330-99BE-4BA5-AAE0-B4603464604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2298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285927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F641DC-AE99-47A3-9EBC-FB6E24894173}" type="datetimeFigureOut">
              <a:rPr lang="en-US"/>
              <a:t>7/29/2025</a:t>
            </a:fld>
            <a:endParaRPr lang="en-US"/>
          </a:p>
        </p:txBody>
      </p:sp>
      <p:sp>
        <p:nvSpPr>
          <p:cNvPr id="112683952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546706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F69330-99BE-4BA5-AAE0-B4603464604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0281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F641DC-AE99-47A3-9EBC-FB6E24894173}" type="datetimeFigureOut">
              <a:rPr lang="en-US"/>
              <a:t>7/29/2025</a:t>
            </a:fld>
            <a:endParaRPr lang="en-US"/>
          </a:p>
        </p:txBody>
      </p:sp>
      <p:sp>
        <p:nvSpPr>
          <p:cNvPr id="17326917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698378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F69330-99BE-4BA5-AAE0-B4603464604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71040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9951601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4865877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1555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F641DC-AE99-47A3-9EBC-FB6E24894173}" type="datetimeFigureOut">
              <a:rPr lang="en-US"/>
              <a:t>7/29/2025</a:t>
            </a:fld>
            <a:endParaRPr lang="en-US"/>
          </a:p>
        </p:txBody>
      </p:sp>
      <p:sp>
        <p:nvSpPr>
          <p:cNvPr id="168900038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92562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F69330-99BE-4BA5-AAE0-B4603464604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940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3656151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292432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566589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F641DC-AE99-47A3-9EBC-FB6E24894173}" type="datetimeFigureOut">
              <a:rPr lang="en-US"/>
              <a:t>7/29/2025</a:t>
            </a:fld>
            <a:endParaRPr lang="en-US"/>
          </a:p>
        </p:txBody>
      </p:sp>
      <p:sp>
        <p:nvSpPr>
          <p:cNvPr id="127078328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205061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F69330-99BE-4BA5-AAE0-B4603464604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8095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8302730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76661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F641DC-AE99-47A3-9EBC-FB6E24894173}" type="datetimeFigureOut">
              <a:rPr lang="en-US"/>
              <a:t>7/29/2025</a:t>
            </a:fld>
            <a:endParaRPr lang="en-US"/>
          </a:p>
        </p:txBody>
      </p:sp>
      <p:sp>
        <p:nvSpPr>
          <p:cNvPr id="5252149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37638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F69330-99BE-4BA5-AAE0-B4603464604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272445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8186485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582514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7F641DC-AE99-47A3-9EBC-FB6E24894173}" type="datetimeFigureOut">
              <a:rPr lang="en-US"/>
              <a:t>7/29/2025</a:t>
            </a:fld>
            <a:endParaRPr lang="en-US"/>
          </a:p>
        </p:txBody>
      </p:sp>
      <p:sp>
        <p:nvSpPr>
          <p:cNvPr id="16943604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10764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6F69330-99BE-4BA5-AAE0-B4603464604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32241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8608604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8463194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7F641DC-AE99-47A3-9EBC-FB6E24894173}" type="datetimeFigureOut">
              <a:rPr lang="en-US"/>
              <a:t>7/29/2025</a:t>
            </a:fld>
            <a:endParaRPr lang="en-US"/>
          </a:p>
        </p:txBody>
      </p:sp>
      <p:sp>
        <p:nvSpPr>
          <p:cNvPr id="110501928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756483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6F69330-99BE-4BA5-AAE0-B4603464604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093106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6395598"/>
          </a:xfrm>
        </p:spPr>
        <p:txBody>
          <a:bodyPr/>
          <a:lstStyle/>
          <a:p>
            <a:pPr algn="ctr">
              <a:defRPr/>
            </a:pPr>
            <a:r>
              <a:rPr lang="en-US" b="1"/>
              <a:t>1. </a:t>
            </a:r>
            <a:r>
              <a:rPr lang="en-US" b="1"/>
              <a:t>Berilgan</a:t>
            </a:r>
            <a:r>
              <a:rPr lang="en-US" b="1"/>
              <a:t> </a:t>
            </a:r>
            <a:r>
              <a:rPr lang="en-US" b="1"/>
              <a:t>datasetdan</a:t>
            </a:r>
            <a:r>
              <a:rPr lang="en-US" b="1"/>
              <a:t> </a:t>
            </a:r>
            <a:r>
              <a:rPr lang="en-US" b="1"/>
              <a:t>faqat</a:t>
            </a:r>
            <a:r>
              <a:rPr lang="en-US" b="1"/>
              <a:t> </a:t>
            </a:r>
            <a:r>
              <a:rPr lang="en-US" b="1"/>
              <a:t>Germanyga</a:t>
            </a:r>
            <a:r>
              <a:rPr lang="en-US" b="1"/>
              <a:t> </a:t>
            </a:r>
            <a:r>
              <a:rPr lang="en-US" b="1"/>
              <a:t>tegishli</a:t>
            </a:r>
            <a:r>
              <a:rPr lang="en-US" b="1"/>
              <a:t> </a:t>
            </a:r>
            <a:r>
              <a:rPr lang="en-US" b="1"/>
              <a:t>va</a:t>
            </a:r>
            <a:r>
              <a:rPr lang="en-US" b="1"/>
              <a:t> score 200 dan </a:t>
            </a:r>
            <a:r>
              <a:rPr lang="en-US" b="1"/>
              <a:t>katta</a:t>
            </a:r>
            <a:r>
              <a:rPr lang="en-US" b="1"/>
              <a:t> </a:t>
            </a:r>
            <a:r>
              <a:rPr lang="en-US" b="1"/>
              <a:t>yoki</a:t>
            </a:r>
            <a:r>
              <a:rPr lang="en-US" b="1"/>
              <a:t> </a:t>
            </a:r>
            <a:r>
              <a:rPr lang="en-US" b="1"/>
              <a:t>teng</a:t>
            </a:r>
            <a:r>
              <a:rPr lang="en-US" b="1"/>
              <a:t> </a:t>
            </a:r>
            <a:r>
              <a:rPr lang="en-US" b="1"/>
              <a:t>bolganlarini</a:t>
            </a:r>
            <a:r>
              <a:rPr lang="en-US" b="1"/>
              <a:t> </a:t>
            </a:r>
            <a:r>
              <a:rPr lang="en-US" b="1"/>
              <a:t>ajratib</a:t>
            </a:r>
            <a:r>
              <a:rPr lang="en-US" b="1"/>
              <a:t> </a:t>
            </a:r>
            <a:r>
              <a:rPr lang="en-US" b="1"/>
              <a:t>oling</a:t>
            </a:r>
            <a:endParaRPr lang="en-US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0054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393728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8556" y="281725"/>
            <a:ext cx="10944225" cy="5972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794372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6395598"/>
          </a:xfrm>
        </p:spPr>
        <p:txBody>
          <a:bodyPr/>
          <a:lstStyle/>
          <a:p>
            <a:pPr algn="ctr">
              <a:defRPr/>
            </a:pPr>
            <a:r>
              <a:rPr lang="en-US" b="1"/>
              <a:t>2. </a:t>
            </a:r>
            <a:r>
              <a:rPr lang="en-US" b="1"/>
              <a:t>Berilgan</a:t>
            </a:r>
            <a:r>
              <a:rPr lang="en-US" b="1"/>
              <a:t> </a:t>
            </a:r>
            <a:r>
              <a:rPr lang="en-US" b="1"/>
              <a:t>datasetdan</a:t>
            </a:r>
            <a:r>
              <a:rPr lang="en-US" b="1"/>
              <a:t> </a:t>
            </a:r>
            <a:r>
              <a:rPr lang="en-US" b="1"/>
              <a:t>katta</a:t>
            </a:r>
            <a:r>
              <a:rPr lang="en-US" b="1"/>
              <a:t> </a:t>
            </a:r>
            <a:r>
              <a:rPr lang="en-US" b="1"/>
              <a:t>scoredan</a:t>
            </a:r>
            <a:r>
              <a:rPr lang="en-US" b="1"/>
              <a:t> </a:t>
            </a:r>
            <a:r>
              <a:rPr lang="en-US" b="1"/>
              <a:t>boshlab</a:t>
            </a:r>
            <a:r>
              <a:rPr lang="en-US" b="1"/>
              <a:t> </a:t>
            </a:r>
            <a:r>
              <a:rPr lang="en-US" b="1"/>
              <a:t>kichik</a:t>
            </a:r>
            <a:r>
              <a:rPr lang="en-US" b="1"/>
              <a:t> score </a:t>
            </a:r>
            <a:r>
              <a:rPr lang="en-US" b="1"/>
              <a:t>boylab</a:t>
            </a:r>
            <a:r>
              <a:rPr lang="en-US" b="1"/>
              <a:t> </a:t>
            </a:r>
            <a:r>
              <a:rPr lang="en-US" b="1"/>
              <a:t>tartiblang</a:t>
            </a:r>
            <a:endParaRPr lang="en-US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523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3579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1971" y="-107323"/>
            <a:ext cx="11372850" cy="6781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526425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6395598"/>
          </a:xfrm>
        </p:spPr>
        <p:txBody>
          <a:bodyPr/>
          <a:lstStyle/>
          <a:p>
            <a:pPr algn="ctr">
              <a:defRPr/>
            </a:pPr>
            <a:r>
              <a:rPr lang="en-US" b="1"/>
              <a:t>3. </a:t>
            </a:r>
            <a:r>
              <a:rPr lang="en-US" b="1"/>
              <a:t>Berilgan</a:t>
            </a:r>
            <a:r>
              <a:rPr lang="en-US" b="1"/>
              <a:t> </a:t>
            </a:r>
            <a:r>
              <a:rPr lang="en-US" b="1"/>
              <a:t>datasetdagi</a:t>
            </a:r>
            <a:r>
              <a:rPr lang="en-US" b="1"/>
              <a:t> </a:t>
            </a:r>
            <a:r>
              <a:rPr lang="en-US" b="1"/>
              <a:t>scoreni</a:t>
            </a:r>
            <a:r>
              <a:rPr lang="en-US" b="1"/>
              <a:t> </a:t>
            </a:r>
            <a:r>
              <a:rPr lang="en-US" b="1"/>
              <a:t>mamlakatlar</a:t>
            </a:r>
            <a:r>
              <a:rPr lang="en-US" b="1"/>
              <a:t> </a:t>
            </a:r>
            <a:r>
              <a:rPr lang="en-US" b="1"/>
              <a:t>boyicha</a:t>
            </a:r>
            <a:r>
              <a:rPr lang="en-US" b="1"/>
              <a:t> </a:t>
            </a:r>
            <a:r>
              <a:rPr lang="en-US" b="1"/>
              <a:t>duplicatedlarini</a:t>
            </a:r>
            <a:r>
              <a:rPr lang="en-US" b="1"/>
              <a:t> drop </a:t>
            </a:r>
            <a:r>
              <a:rPr lang="en-US" b="1"/>
              <a:t>qiling</a:t>
            </a:r>
            <a:endParaRPr lang="en-US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7616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887890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" y="67077"/>
            <a:ext cx="11029950" cy="6172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170496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6395598"/>
          </a:xfrm>
        </p:spPr>
        <p:txBody>
          <a:bodyPr/>
          <a:lstStyle/>
          <a:p>
            <a:pPr algn="ctr">
              <a:defRPr/>
            </a:pPr>
            <a:r>
              <a:rPr lang="en-US" b="1"/>
              <a:t>4. </a:t>
            </a:r>
            <a:r>
              <a:rPr lang="en-US" b="1"/>
              <a:t>Berilgan</a:t>
            </a:r>
            <a:r>
              <a:rPr lang="en-US" b="1"/>
              <a:t> </a:t>
            </a:r>
            <a:r>
              <a:rPr lang="en-US" b="1"/>
              <a:t>datasetlarda</a:t>
            </a:r>
            <a:r>
              <a:rPr lang="en-US" b="1"/>
              <a:t> score </a:t>
            </a:r>
            <a:r>
              <a:rPr lang="en-US" b="1"/>
              <a:t>boyicha</a:t>
            </a:r>
            <a:r>
              <a:rPr lang="en-US" b="1"/>
              <a:t> </a:t>
            </a:r>
            <a:r>
              <a:rPr lang="en-US" b="1"/>
              <a:t>kattadan</a:t>
            </a:r>
            <a:r>
              <a:rPr lang="en-US" b="1"/>
              <a:t> </a:t>
            </a:r>
            <a:r>
              <a:rPr lang="en-US" b="1"/>
              <a:t>kichik</a:t>
            </a:r>
            <a:r>
              <a:rPr lang="en-US" b="1"/>
              <a:t> </a:t>
            </a:r>
            <a:r>
              <a:rPr lang="en-US" b="1"/>
              <a:t>tomonga</a:t>
            </a:r>
            <a:r>
              <a:rPr lang="en-US" b="1"/>
              <a:t> </a:t>
            </a:r>
            <a:r>
              <a:rPr lang="en-US" b="1"/>
              <a:t>yo’naltiring</a:t>
            </a:r>
            <a:r>
              <a:rPr lang="en-US" b="1"/>
              <a:t> </a:t>
            </a:r>
            <a:r>
              <a:rPr lang="en-US" b="1"/>
              <a:t>va</a:t>
            </a:r>
            <a:r>
              <a:rPr lang="en-US" b="1"/>
              <a:t> </a:t>
            </a:r>
            <a:r>
              <a:rPr lang="en-US" b="1"/>
              <a:t>faqat</a:t>
            </a:r>
            <a:r>
              <a:rPr lang="en-US" b="1"/>
              <a:t> ism </a:t>
            </a:r>
            <a:r>
              <a:rPr lang="en-US" b="1"/>
              <a:t>va</a:t>
            </a:r>
            <a:r>
              <a:rPr lang="en-US" b="1"/>
              <a:t> </a:t>
            </a:r>
            <a:r>
              <a:rPr lang="en-US" b="1"/>
              <a:t>scoreni</a:t>
            </a:r>
            <a:r>
              <a:rPr lang="en-US" b="1"/>
              <a:t> </a:t>
            </a:r>
            <a:r>
              <a:rPr lang="en-US" b="1"/>
              <a:t>qoldiring</a:t>
            </a:r>
            <a:endParaRPr lang="en-US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1719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84755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09549" y="0"/>
            <a:ext cx="11772899" cy="63531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134814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6395598"/>
          </a:xfrm>
        </p:spPr>
        <p:txBody>
          <a:bodyPr/>
          <a:lstStyle/>
          <a:p>
            <a:pPr algn="ctr">
              <a:defRPr/>
            </a:pPr>
            <a:r>
              <a:rPr lang="en-US" b="1"/>
              <a:t>ML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085268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6395598"/>
          </a:xfrm>
        </p:spPr>
        <p:txBody>
          <a:bodyPr/>
          <a:lstStyle/>
          <a:p>
            <a:pPr algn="ctr">
              <a:defRPr/>
            </a:pPr>
            <a:r>
              <a:rPr lang="en-US" b="1"/>
              <a:t>1. </a:t>
            </a:r>
            <a:r>
              <a:rPr lang="en-US" b="1"/>
              <a:t>Clusteringga</a:t>
            </a:r>
            <a:r>
              <a:rPr lang="en-US" b="1"/>
              <a:t> </a:t>
            </a:r>
            <a:r>
              <a:rPr lang="en-US" b="1"/>
              <a:t>loyiha</a:t>
            </a:r>
            <a:r>
              <a:rPr lang="en-US" b="1"/>
              <a:t> </a:t>
            </a:r>
            <a:r>
              <a:rPr lang="en-US" b="1"/>
              <a:t>qiling</a:t>
            </a:r>
            <a:endParaRPr lang="en-US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469284" name="Title 1"/>
          <p:cNvSpPr>
            <a:spLocks noGrp="1"/>
          </p:cNvSpPr>
          <p:nvPr>
            <p:ph type="title"/>
          </p:nvPr>
        </p:nvSpPr>
        <p:spPr bwMode="auto">
          <a:xfrm>
            <a:off x="757706" y="2103436"/>
            <a:ext cx="10515600" cy="132556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https://github.com/rrrasulbekruzmetov/3_Oy_Vazifalar/blob/main/6-Dars/ML_Clustering.ipynb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232304" name="Titl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6395598"/>
          </a:xfrm>
        </p:spPr>
        <p:txBody>
          <a:bodyPr/>
          <a:lstStyle/>
          <a:p>
            <a:pPr algn="ctr">
              <a:defRPr/>
            </a:pPr>
            <a:r>
              <a:rPr lang="en-US" b="1"/>
              <a:t>2. Anomaly </a:t>
            </a:r>
            <a:r>
              <a:rPr lang="en-US" b="1"/>
              <a:t>detectionga</a:t>
            </a:r>
            <a:r>
              <a:rPr lang="en-US" b="1"/>
              <a:t> </a:t>
            </a:r>
            <a:r>
              <a:rPr lang="en-US" b="1"/>
              <a:t>loyiha</a:t>
            </a:r>
            <a:r>
              <a:rPr lang="en-US" b="1"/>
              <a:t> </a:t>
            </a:r>
            <a:r>
              <a:rPr lang="en-US" b="1"/>
              <a:t>qiling</a:t>
            </a:r>
            <a:endParaRPr lang="en-US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27937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58480" y="2027325"/>
            <a:ext cx="10675039" cy="140167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https://github.com/rrrasulbekruzmetov/3_Oy_Vazifalar/blob/main/6-Dars/ML_Anomaly_Detection.ipynb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/>
  <cp:revision>3</cp:revision>
  <dcterms:created xsi:type="dcterms:W3CDTF">2025-07-29T09:24:38Z</dcterms:created>
  <dcterms:modified xsi:type="dcterms:W3CDTF">2025-07-30T06:45:02Z</dcterms:modified>
</cp:coreProperties>
</file>