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1277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946344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726461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915923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43741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11237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36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915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627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38061D-7708-2E00-C8DC-2F025EBB4183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334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777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44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BD7A53-16CD-50FC-DF4E-4CD3075B2FEB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45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052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578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2F73F9-A690-9A2C-E92B-84CC4E95318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632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2521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822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127B88-0FB5-749F-76AE-1315249BA2A1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91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240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762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FC12C1-DF99-D371-A07E-0EA1A13E546D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02163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688547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538576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22107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60226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729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4856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7179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93108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37640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9363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65820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50213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0024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28873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561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63932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07432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16491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6673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16494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82463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449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06026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97824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831652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2902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0361238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855069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1386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296260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5854715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40194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66266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322123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065726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24751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602324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60583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59844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70809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78242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1594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534217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628881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09041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47344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7530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9395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69561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47343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5945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1442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82958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84937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75929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20431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9860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0048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30021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42007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84757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14328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55655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520643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381674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38627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9652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04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67804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53083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67731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50903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330990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49191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0055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431814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46963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221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01350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28823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71794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99248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9362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145403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5720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82916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82671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226299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939167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99565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84990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142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02508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8723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35934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5368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30087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5317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2261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049780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48051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46821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33083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69405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39250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497934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4"/>
            <a:ext cx="6172200" cy="487362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164158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40196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852567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61416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664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187085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27721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7843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20894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5215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79491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08792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86080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12742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59478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686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42571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730309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48794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237608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20299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44315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50305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73011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9576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217553"/>
            <a:ext cx="10515600" cy="657797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1-Basic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Supervised Learning nima?</a:t>
            </a:r>
            <a:br>
              <a:rPr sz="1800"/>
            </a:br>
            <a:r>
              <a:rPr sz="1800" b="0" i="1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Javobi: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Learning — bu modelga input (x) va uning to‘g‘ri javobi (y) beriladigan mashinalar o‘rganish usuli. Model ushbu ma’lumotlarga asoslanib yangi ma’lumotlarga bashorat beradi.</a:t>
            </a:r>
            <a:br>
              <a:rPr sz="1800"/>
            </a:br>
            <a:br>
              <a:rPr sz="1800"/>
            </a:br>
            <a:r>
              <a:rPr sz="1800" b="1"/>
              <a:t>1-Follow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va Unsupervised Learning o‘rtasidagi farq nima?</a:t>
            </a:r>
            <a:br>
              <a:rPr sz="1800"/>
            </a:br>
            <a:r>
              <a:rPr sz="1800"/>
              <a:t>JAVOB: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Learning</a:t>
            </a:r>
            <a:r>
              <a:rPr sz="1800"/>
              <a:t> 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—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oldindan belgilangan (label qilingan)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ma’lumotlar asosida o‘rganadi. Maqsad – yangi, noma’lum ma’lumotlar uchun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to‘g‘ri bashorat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qilish.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Unsupervised Learning 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faqat input ma’lumotlar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bilan ishlaydi.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 yo‘q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Maqsad – ma’lumotlar ichidagi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yashirin tuzilmalarni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aniqlash.</a:t>
            </a:r>
            <a:b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2-Follow up savol: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Learningda label nima?</a:t>
            </a:r>
            <a:br>
              <a:rPr sz="1800"/>
            </a:br>
            <a:r>
              <a:rPr sz="1800"/>
              <a:t>JAVOB: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 — bu har bir kiruvchi ma’lumotga (input’ga) tegishli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chiqaruvchi qiymat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(output), ya’ni model nimani o‘rganishi kerakligini bildiradi.</a:t>
            </a:r>
            <a:br>
              <a:rPr sz="1800"/>
            </a:br>
            <a:br>
              <a:rPr sz="1800"/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 va Classification qanday farqlanadi?</a:t>
            </a:r>
            <a:br>
              <a:rPr sz="1800"/>
            </a:br>
            <a:r>
              <a:rPr sz="1800"/>
              <a:t>JAVOB: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</a:t>
            </a:r>
            <a:r>
              <a:rPr sz="1800"/>
              <a:t> —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 modeli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sonli (continuous)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natijalarni bashorat qiladi.</a:t>
            </a:r>
            <a:r>
              <a:rPr sz="1800"/>
              <a:t>. 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Classification—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modeli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kategoriya yoki sinf (discrete class)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ni aniqlaydi.</a:t>
            </a:r>
            <a:b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b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Learning qanday ma’lumotlar talab qiladi?</a:t>
            </a:r>
            <a:br>
              <a:rPr sz="1800"/>
            </a:br>
            <a:r>
              <a:rPr sz="1800"/>
              <a:t>JAVOB: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 (Input)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 (Label)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/>
              <a:t>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Format</a:t>
            </a:r>
            <a:r>
              <a:rPr sz="1800"/>
              <a:t>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Tozalanganlik</a:t>
            </a:r>
            <a:r>
              <a:rPr sz="1800"/>
              <a:t> </a:t>
            </a:r>
            <a:br>
              <a:rPr sz="1800"/>
            </a:br>
            <a:br>
              <a:rPr sz="1800"/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Overfitting nima va undan qanday saqlanish mumkin?</a:t>
            </a:r>
            <a:b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JAVOB: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Overfitting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bu model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trening (o‘qitish) ma’lumotiga haddan tashqari moslashib qolgan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holat.</a:t>
            </a:r>
            <a:b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Natijada model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treningda juda yaxshi ishlaydi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lekin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yangi (test) ma’lumotlarda xato qiladi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7429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02429"/>
            <a:ext cx="10515600" cy="613088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2-Basic Savol: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nima?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b="0" i="1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Javobi: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— Supervised Learningdagi masala bo‘lib, model kategoriyalarni (sinflarni) bashorat qiladi. Masalan: Email → Spam yoki Not Spam.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1-Follow up savol: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modeliga misollar keltiring.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O‘quvchining o‘tishi yoki qolishi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Bank kreditni tasdiqlash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2-Follow up savol: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Binary va Multi-class classification farqi nima?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Binary Classification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—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faqat ikkita sinf (kategoriya)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ni ajratadi.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Multi-Class Classification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uch yoki undan ortiq sinflar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orasidan tanlaydi.</a:t>
            </a:r>
            <a:b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3-Follow up savol: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Logistic Regression classificationmi?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Logistic Regression — bu klassifikatsiya (classification)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modeli bo‘lib, u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ehtimollik asosida sinf (class)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ni aniqlaydi.</a:t>
            </a:r>
            <a:b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4-Follow up savol: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uchun qanday metriclar ishlatiladi?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Accuracy/ pRECISION / Recall / f1 / confution matrix </a:t>
            </a:r>
            <a:b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5-Follow up savol: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 modelini baholash uchun confusion matrix nima?</a:t>
            </a:r>
            <a:b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JAVOB: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bu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nechta to‘g‘ri va nechta xato bashorat qilganini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ko‘rsatadigan 2×2 yoki n×n o‘lchamdagi jadval.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 yordamida quyidagilarni aniq ko‘rish mumkin: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to‘g‘ri ishladimi?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Qaerda xato qildi?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Xatoliklar qanday turda?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17826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61084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3-Basic Savol: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 nima?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1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Javobi: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 — bu bashorat masalasi bo‘lib, model raqamli (continuous) natijalarni aniqlaydi. Masalan: uy narxini bashorat qilish.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Regressionning turlari nimalar?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Regression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//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Linear Regression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//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Polynomial Regression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Ridge Regression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// 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Lasso Regression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Regression qanday ishlaydi?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Regression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bu ma’lumotlar orasidagi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chiziqli bog‘liqlikni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aniqlovchi statistik model.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 va Y orasida quyidagi chiziqli formulani topish: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y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y = mx + b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kirish (input)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chiqish (output)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chiziqning og‘ishi (slope)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chiziqning kesish nuqtasi (intercept)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// 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Regressionda MSE, RMSE, MAE nima?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MSE (Mean Squared Error) – O‘rtacha Kvadrat Xato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//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RMSE (Root Mean Squared Error) – Kvadrat Xatoning Ildizi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//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MAE (Mean Absolute Error) – O‘rtacha Absolyut Xato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Outlierlar regression modelga qanday ta’sir qiladi?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Outlierlar regression modelni noto‘g‘ri o‘rganishga olib kelishi mumkin.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Shuning uchun oldindan ularni aniqlash va tozalash, yoki moslashuvchan modellardan foydalanish muhim.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//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Regression’ga kuchli ta’sir qiladi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Chunki Linear Regression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MSE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(kvadrat xato) asosida ishlaydi.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Outlier kvadratlanganda katta raqamga aylanadi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model ularni “yaxshilab tushuntirishga” harakat qiladi.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Natijada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egri chizig‘i noto‘g‘ri yo‘nalishda siljishi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mumkin.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Sklearn kutubxonasida regression modeli qanday quriladi?</a:t>
            </a:r>
            <a:br>
              <a:rPr sz="1600"/>
            </a:br>
            <a:r>
              <a:rPr sz="800"/>
              <a:t>TOL`IQ KOD:</a:t>
            </a: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import numpy as np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import matplotlib.pyplot as plt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from sklearn.linear_model import LinearRegression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from sklearn.metrics import mean_squared_error, mean_absolute_error, r2_score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X = np.array([[1], [2], [3], [4], [5]])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 = np.array([2, 4, 5, 4, 5])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 = LinearRegression()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model.fit(X, y)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print("Koefitsiyent:", model.coef_)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print("Intercept:", model.intercept_)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y_pred = model.predict(X)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print("MAE:", mean_absolute_error(y, y_pred))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print("MSE:", mean_squared_error(y, y_pred))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print("R2:", r2_score(y, y_pred))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plt.scatter(X, y, color='blue')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plt.plot(X, y_pred, color='red')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plt.title("Linear Regression")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plt.xlabel("X")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plt.ylabel("y")</a:t>
            </a:r>
            <a:endParaRPr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plt.show()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9833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616209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4-Basic Savol:</a:t>
            </a: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Supervised Learningda Data Splitting nima?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1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Javobi: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Ma’lumotlarni modelni mashq qilish (train) va test qilish (test) uchun bo‘lish jarayoni. Odatda 70% train va 30% test tarzida ajratiladi.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 data nima?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 data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bu modelni o‘qitishda ishlatiladigan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testga o‘xshash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lekin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modelni sozlash (tuning)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uchun ajratilgan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maxsus ma’lumotlar to‘plami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Train/Test/Validation o‘rtasidagi farq?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model shu ma’lumotlarda o‘qitiladi (masalan: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model.fit(X_train, y_train)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o‘qitilgan model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tekshiriladi va sozlanadi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model.predict(X_val)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bu yerda: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hyperparameter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larini aniqlaysiz (masalan: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n_neighbors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max_depth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alpha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Overfitting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aniqlanadi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validationdan keyin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yakuniy baho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beriladi (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model.predict(X_test)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bu: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Haqiqiy hayotdagi ishlashni ko‘rsatadi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 set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martalik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tekshiruv uchun ishlatiladi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Stratified splitting nima?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Stratified splitting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bu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train/test/validation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bo‘linmasini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maqsad (label) klasslarining nisbati saqlangan holda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ajratish usuli.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//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Ya'ni, agar sizda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imbalanced dataset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(masalan, 90% class A va 10% class B) bo‘lsa, Stratified Split bu nisbani har bir bo‘linmada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bir xil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saqlab qoladi.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4-Follow up savol: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train_test_split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funksiyasi qanday ishlaydi?</a:t>
            </a:r>
            <a:b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train_test_split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bu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ma'lumotlar to‘plamini trening (train) va test (test) qismlarga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ajratishga yordam beradigan funksiya bo‘lib, </a:t>
            </a:r>
            <a:r>
              <a:rPr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scikit-learn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(sklearn)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kutubxonasida mavjud.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/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yaratishda: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modelni o‘rganish uchun,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modelni baholash uchun ishlatiladi.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5-Follow up savol: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Cross-validation nima?</a:t>
            </a:r>
            <a:b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Cross-Validation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(kesishma tekshiruvi) — bu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modelni yanada ishonchli baholash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uchun ishlatiladigan usul bo‘lib,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trening va testni bir necha bo‘limlarga ajratib, modelni bir necha marta o‘qitish va test qilish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orqali natijalarni o‘rtacha baholaydi.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56966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597427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5-Basic Savol: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Evaluation Metrics qanday ishlaydi?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0" i="1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Javobi: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Evaluation Metrics modelni qanchalik to‘g‘ri ishlayotganini baholaydi. Classification uchun: accuracy, precision, recall. Regression uchun: MSE, R2 score.</a:t>
            </a:r>
            <a:b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Accuracy va Precision o‘rtasidagi farq nima?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Accuracy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bu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to‘g‘ri topilgan barcha natijalar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nisbati: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//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Precision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bu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ijobiy deb aytganda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haqiqatda ijobiy bo‘lganlari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nisbati: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Recall qaysi holatlarda muhim bo‘ladi?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Recall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(ya’ni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Sezuvchanlik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Qayta chaqirish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— bu model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haqiqatda ijobiy bo‘lgan holatlarning nechta qismini topdi?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degan savolga javob beradi.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Agar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noto‘g‘ri "yo‘q" deyish (FN)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katta muammo bo‘lsa,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Recall juda muhim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bo‘ladi.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F1-score nima va qachon ishlatiladi?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F1-score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bu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Precision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va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Recall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metrikalarining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harmonik o‘rtachasi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bo‘lib, ikkalasini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muvozanatda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baholaydi.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IMBALANCED DATA —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Agar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bir sinf juda ko‘p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boshqasi kam bo‘lsa (masalan, 99% sog‘, 1% kasal),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accuracy aldov bo‘lishi mumkin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Regressionda R² score qanday ishlaydi?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R² Score (R-squared yoki Determination Coefficient)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Regression modellarni baholashda ishlatiladigan asosiy metrikalardan biridir. U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qanchalik yaxshi tushuntirganini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(yoki bashorat qilganini) ko‘rsatadi.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R² — bu model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 (y)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qiymatlarning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o‘zgarishini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qanchalik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izohlab bera olganini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o‘lchaydi.</a:t>
            </a:r>
            <a:b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5-Follow up savol: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 qanday tuziladi?</a:t>
            </a:r>
            <a:b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JAVOB: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 —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muammolarida model qanchalik to‘g‘ri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positive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va </a:t>
            </a: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negative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holatlarni topganini ko‘rsatadi.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Theme 1</vt:lpstr>
      <vt:lpstr>Theme 2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2025-08-05T04:35:16Z</dcterms:modified>
</cp:coreProperties>
</file>